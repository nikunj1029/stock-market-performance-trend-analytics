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962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709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7166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85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04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688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76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94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66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739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45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699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Stock Market Performance &amp; Trend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2260" y="4977882"/>
            <a:ext cx="3181739" cy="1087016"/>
          </a:xfrm>
        </p:spPr>
        <p:txBody>
          <a:bodyPr>
            <a:normAutofit/>
          </a:bodyPr>
          <a:lstStyle/>
          <a:p>
            <a:r>
              <a:rPr sz="2000" dirty="0"/>
              <a:t>Prepared by </a:t>
            </a:r>
            <a:endParaRPr lang="en-US" sz="2000" dirty="0" smtClean="0"/>
          </a:p>
          <a:p>
            <a:r>
              <a:rPr sz="2000" dirty="0" smtClean="0"/>
              <a:t>Nikunj Ukey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stock market analytics solution.</a:t>
            </a:r>
          </a:p>
          <a:p>
            <a:r>
              <a:t>Combines Snowflake, Python, and Power BI.</a:t>
            </a:r>
          </a:p>
          <a:p>
            <a:r>
              <a:t>Designed for decision-makers to evaluate performance and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data is large, fragmented, and hard to interpret.</a:t>
            </a:r>
          </a:p>
          <a:p>
            <a:r>
              <a:t>Stakeholders need quick performance indicators.</a:t>
            </a:r>
          </a:p>
          <a:p>
            <a:r>
              <a:t>Manual analysis delays business decisions.</a:t>
            </a:r>
          </a:p>
          <a:p>
            <a:r>
              <a:t>Requirement: unified, reliable analytics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Analytical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 company and sector-level performance.</a:t>
            </a:r>
          </a:p>
          <a:p>
            <a:r>
              <a:t>Identify trends (Uptrend / Downtrend).</a:t>
            </a:r>
          </a:p>
          <a:p>
            <a:r>
              <a:t>Compare returns, prices, and volumes.</a:t>
            </a:r>
          </a:p>
          <a:p>
            <a:r>
              <a:t>Enable filter-driven exploration.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Snowflake – Data Engineering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Acts as centralized cloud data warehouse.</a:t>
            </a:r>
          </a:p>
          <a:p>
            <a:r>
              <a:t>Stores cleaned stock price, fundamentals, and index data.</a:t>
            </a:r>
          </a:p>
          <a:p>
            <a:r>
              <a:t>Handles large volumes efficiently.</a:t>
            </a:r>
          </a:p>
          <a:p>
            <a:r>
              <a:t>Supports scalable analytics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581143"/>
          </a:xfrm>
        </p:spPr>
        <p:txBody>
          <a:bodyPr>
            <a:normAutofit/>
          </a:bodyPr>
          <a:lstStyle/>
          <a:p>
            <a:r>
              <a:rPr sz="2800" dirty="0"/>
              <a:t>Python – Data Processing &amp; Feature Engineering</a:t>
            </a:r>
          </a:p>
        </p:txBody>
      </p:sp>
      <p:pic>
        <p:nvPicPr>
          <p:cNvPr id="3" name="Picture 2" descr="Screenshot 2026-01-16 222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3228392"/>
            <a:ext cx="8229600" cy="30604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23852" y="1726163"/>
            <a:ext cx="78414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/>
              <a:t>Calculated Daily Returns using percentage change.</a:t>
            </a:r>
          </a:p>
          <a:p>
            <a:r>
              <a:rPr sz="2400" dirty="0"/>
              <a:t>Created technical indicators like moving averages.</a:t>
            </a:r>
          </a:p>
          <a:p>
            <a:r>
              <a:rPr sz="2400" dirty="0"/>
              <a:t>Handled missing values and data consistency.</a:t>
            </a:r>
          </a:p>
          <a:p>
            <a:r>
              <a:rPr sz="2400" dirty="0"/>
              <a:t>Prepared analysis-ready datasets for BI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4196" y="286605"/>
            <a:ext cx="6055567" cy="601922"/>
          </a:xfrm>
        </p:spPr>
        <p:txBody>
          <a:bodyPr>
            <a:normAutofit/>
          </a:bodyPr>
          <a:lstStyle/>
          <a:p>
            <a:r>
              <a:rPr sz="2800" dirty="0"/>
              <a:t>Power BI – Visualization &amp; Reporting</a:t>
            </a:r>
          </a:p>
        </p:txBody>
      </p:sp>
      <p:pic>
        <p:nvPicPr>
          <p:cNvPr id="3" name="Picture 2" descr="Screenshot 2026-01-16 2215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41" y="3387012"/>
            <a:ext cx="8444204" cy="28911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83566" y="1817352"/>
            <a:ext cx="842554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/>
              <a:t>Interactive dashboard with KPIs and filters.</a:t>
            </a:r>
          </a:p>
          <a:p>
            <a:r>
              <a:rPr sz="2400" dirty="0"/>
              <a:t>Sector, company, and trend-level insights.</a:t>
            </a:r>
          </a:p>
          <a:p>
            <a:r>
              <a:rPr sz="2400" dirty="0"/>
              <a:t>Green theme for positive market interpretation.</a:t>
            </a:r>
          </a:p>
          <a:p>
            <a:r>
              <a:rPr sz="2400" dirty="0"/>
              <a:t>Enables fast executive decision-making.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Clear view of market-wide performance.</a:t>
            </a:r>
          </a:p>
          <a:p>
            <a:r>
              <a:t>Identification of high-performing sectors.</a:t>
            </a:r>
          </a:p>
          <a:p>
            <a:r>
              <a:t>Trend distribution between uptrend and downtrend.</a:t>
            </a:r>
          </a:p>
          <a:p>
            <a:r>
              <a:t>Company-wise comparison for investment focus.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analysis time significantly.</a:t>
            </a:r>
          </a:p>
          <a:p>
            <a:r>
              <a:t>Improved data-driven decision culture.</a:t>
            </a:r>
          </a:p>
          <a:p>
            <a:r>
              <a:t>Reusable analytics framework for future datasets.</a:t>
            </a:r>
          </a:p>
          <a:p>
            <a:r>
              <a:t>Ready foundation for predictive modeling.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 &amp;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372" y="1920379"/>
            <a:ext cx="7543801" cy="4023360"/>
          </a:xfrm>
        </p:spPr>
        <p:txBody>
          <a:bodyPr/>
          <a:lstStyle/>
          <a:p>
            <a:r>
              <a:rPr dirty="0"/>
              <a:t>Machine learning for price forecasting and churn-like risk analysis.</a:t>
            </a:r>
          </a:p>
          <a:p>
            <a:r>
              <a:rPr dirty="0"/>
              <a:t>Volatility and risk-adjusted return metrics.</a:t>
            </a:r>
          </a:p>
          <a:p>
            <a:r>
              <a:rPr dirty="0"/>
              <a:t>Real-time data ingestion into Snowflake.</a:t>
            </a:r>
          </a:p>
          <a:p>
            <a:r>
              <a:rPr dirty="0"/>
              <a:t>Automated alerts and advanced indicators.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</TotalTime>
  <Words>282</Words>
  <Application>Microsoft Office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Retrospect</vt:lpstr>
      <vt:lpstr>Stock Market Performance &amp; Trend Analytics</vt:lpstr>
      <vt:lpstr>Project Overview</vt:lpstr>
      <vt:lpstr>Business Problem Statement</vt:lpstr>
      <vt:lpstr>Analytical Objectives</vt:lpstr>
      <vt:lpstr>Snowflake – Data Engineering Layer</vt:lpstr>
      <vt:lpstr>Python – Data Processing &amp; Feature Engineering</vt:lpstr>
      <vt:lpstr>Power BI – Visualization &amp; Reporting</vt:lpstr>
      <vt:lpstr>Business Insights Delivered</vt:lpstr>
      <vt:lpstr>Overall Business Impact</vt:lpstr>
      <vt:lpstr>Future Scope &amp;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Market Performance &amp; Trend Analytics</dc:title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2026-01-16T17:53:40Z</dcterms:modified>
  <cp:category/>
</cp:coreProperties>
</file>